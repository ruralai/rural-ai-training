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The Center for Rural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8E6C8"/>
                </a:solidFill>
                <a:latin typeface="Calibri"/>
              </a:defRPr>
            </a:pPr>
            <a:r>
              <a:t>Building Rural Capacity in the AI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4D2B4"/>
                </a:solidFill>
                <a:latin typeface="Calibri"/>
              </a:defRPr>
            </a:pPr>
            <a:r>
              <a:t>Philanthropic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ruralai.org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 i="0">
                <a:solidFill>
                  <a:srgbClr val="1A5D1A"/>
                </a:solidFill>
                <a:latin typeface="Calibri"/>
              </a:defRPr>
            </a:pPr>
            <a:r>
              <a:t>60M+</a:t>
            </a:r>
          </a:p>
          <a:p>
            <a:pPr algn="ctr">
              <a:defRPr sz="1100" b="0" i="0">
                <a:solidFill>
                  <a:srgbClr val="646464"/>
                </a:solidFill>
                <a:latin typeface="Calibri"/>
              </a:defRPr>
            </a:pPr>
            <a:r>
              <a:t>Rural Americans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371600"/>
            <a:ext cx="22860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 i="0">
                <a:solidFill>
                  <a:srgbClr val="1A5D1A"/>
                </a:solidFill>
                <a:latin typeface="Calibri"/>
              </a:defRPr>
            </a:pPr>
            <a:r>
              <a:t>10%+</a:t>
            </a:r>
          </a:p>
          <a:p>
            <a:pPr algn="ctr">
              <a:defRPr sz="1100" b="0" i="0">
                <a:solidFill>
                  <a:srgbClr val="646464"/>
                </a:solidFill>
                <a:latin typeface="Calibri"/>
              </a:defRPr>
            </a:pPr>
            <a:r>
              <a:t>Share of U.S. GDP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22860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 i="0">
                <a:solidFill>
                  <a:srgbClr val="1A5D1A"/>
                </a:solidFill>
                <a:latin typeface="Calibri"/>
              </a:defRPr>
            </a:pPr>
            <a:r>
              <a:t>$5M</a:t>
            </a:r>
          </a:p>
          <a:p>
            <a:pPr algn="ctr">
              <a:defRPr sz="1100" b="0" i="0">
                <a:solidFill>
                  <a:srgbClr val="646464"/>
                </a:solidFill>
                <a:latin typeface="Calibri"/>
              </a:defRPr>
            </a:pPr>
            <a:r>
              <a:t>Partnership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371600"/>
            <a:ext cx="22860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 i="0">
                <a:solidFill>
                  <a:srgbClr val="1A5D1A"/>
                </a:solidFill>
                <a:latin typeface="Calibri"/>
              </a:defRPr>
            </a:pPr>
            <a:r>
              <a:t>24 Mo</a:t>
            </a:r>
          </a:p>
          <a:p>
            <a:pPr algn="ctr">
              <a:defRPr sz="1100" b="0" i="0">
                <a:solidFill>
                  <a:srgbClr val="646464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1E"/>
                </a:solidFill>
                <a:latin typeface="Calibri"/>
              </a:defRPr>
            </a:pPr>
            <a:r>
              <a:t>The Center for Rural AI (CRAI) is a newly formed 501(c)(3) nonprofit focused on a structural economic disparity in the United States: the lagging participation of rural communities in artificial intelligence.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646464"/>
                </a:solidFill>
                <a:latin typeface="Calibri"/>
              </a:defRPr>
            </a:pPr>
            <a:r>
              <a:t>Over 60 million citizens live in rural areas contributing over 10% of U.S. GDP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646464"/>
                </a:solidFill>
                <a:latin typeface="Calibri"/>
              </a:defRPr>
            </a:pPr>
            <a:r>
              <a:t>Rural ecosystems are underrepresented in high-growth tech sectors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646464"/>
                </a:solidFill>
                <a:latin typeface="Calibri"/>
              </a:defRPr>
            </a:pPr>
            <a:r>
              <a:t>AI and related technologies will generate tens of trillions in value by 2030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A5D1A"/>
                </a:solidFill>
                <a:latin typeface="Calibri"/>
              </a:defRPr>
            </a:pPr>
            <a:r>
              <a:t>CRAI exists to ensure rural communities capture their 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About CRAI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1E"/>
                </a:solidFill>
                <a:latin typeface="Calibri"/>
              </a:defRPr>
            </a:pPr>
            <a:r>
              <a:t>CRAI builds the institutional capacity rural regions need to adopt, deploy, and influence AI systems — creating economic opportunities and enhancing community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5D1A"/>
                </a:solidFill>
                <a:latin typeface="Calibri"/>
              </a:defRPr>
            </a:pPr>
            <a:r>
              <a:t>Founding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5D1A"/>
                </a:solidFill>
                <a:latin typeface="Calibri"/>
              </a:defRPr>
            </a:pPr>
            <a:r>
              <a:t>Andrew Aitken, Executive Director</a:t>
            </a:r>
          </a:p>
          <a:p>
            <a:pPr algn="l">
              <a:defRPr sz="1300" b="0" i="0">
                <a:solidFill>
                  <a:srgbClr val="646464"/>
                </a:solidFill>
                <a:latin typeface="Calibri"/>
              </a:defRPr>
            </a:pPr>
            <a:r>
              <a:t>Advised the U.S. White House, Microsoft, and Capital One; served on boards of numerous technology foundations.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5D1A"/>
                </a:solidFill>
                <a:latin typeface="Calibri"/>
              </a:defRPr>
            </a:pPr>
            <a:r>
              <a:t>Adam Markham, Technology Adviser</a:t>
            </a:r>
          </a:p>
          <a:p>
            <a:pPr algn="l">
              <a:defRPr sz="1300" b="0" i="0">
                <a:solidFill>
                  <a:srgbClr val="646464"/>
                </a:solidFill>
                <a:latin typeface="Calibri"/>
              </a:defRPr>
            </a:pPr>
            <a:r>
              <a:t>Directed AI research and systems engineering in government and critical infrastructure contexts.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5D1A"/>
                </a:solidFill>
                <a:latin typeface="Calibri"/>
              </a:defRPr>
            </a:pPr>
            <a:r>
              <a:t>Marc Nager, Adviser</a:t>
            </a:r>
          </a:p>
          <a:p>
            <a:pPr algn="l">
              <a:defRPr sz="1300" b="0" i="0">
                <a:solidFill>
                  <a:srgbClr val="646464"/>
                </a:solidFill>
                <a:latin typeface="Calibri"/>
              </a:defRPr>
            </a:pPr>
            <a:r>
              <a:t>Co-founded Startup Weekend and led community programs at Techstars; partner at one of the only VCs focused on rural ecosystems.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Strategic Partnerships &amp; Policy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5D1A"/>
                </a:solidFill>
                <a:latin typeface="Calibri"/>
              </a:defRPr>
            </a:pPr>
            <a:r>
              <a:t>Fort Lewis College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1E"/>
                </a:solidFill>
                <a:latin typeface="Calibri"/>
              </a:defRPr>
            </a:pPr>
            <a:r>
              <a:t>CRAI and the AI Institute at Fort Lewis College in Durango, Colorado — a rural public institution advancing comprehensive AI education — have initiated discussions on collaborative pathways.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Direct insight into rural institutional constraints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Engagement with frontier AI companies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Rural use cases inform product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5D1A"/>
                </a:solidFill>
                <a:latin typeface="Calibri"/>
              </a:defRPr>
            </a:pPr>
            <a:r>
              <a:t>Federal Policy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1E"/>
                </a:solidFill>
                <a:latin typeface="Calibri"/>
              </a:defRPr>
            </a:pPr>
            <a:r>
              <a:t>Federal policy is increasingly aligned with addressing regional disparities.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CHIPS and Science Act place-based programs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Regional Technology &amp; Innovation Hubs (Tech Hubs)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Up to ~$10B over five years for distributed innovation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1A5D1A"/>
                </a:solidFill>
                <a:latin typeface="Calibri"/>
              </a:defRPr>
            </a:pPr>
            <a:r>
              <a:t>Structural support for rural and underserved communities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Our Programs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AI 101 — Q1/26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1E"/>
                </a:solidFill>
                <a:latin typeface="Calibri"/>
              </a:defRPr>
            </a:pPr>
            <a:r>
              <a:t>Plain-language, hands-on half-day workshop for small business owners, municipal staff, nonprofit leaders, and farmers. No technical background required.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Working understanding of AI capabilities and limitations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Hands-on practice with real tools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Personal 30-day action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12064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AI Ignition — Q2/26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1E"/>
                </a:solidFill>
                <a:latin typeface="Calibri"/>
              </a:defRPr>
            </a:pPr>
            <a:r>
              <a:t>Capacity-building initiative for rural higher education institutions and nonprofits.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AI readiness assessments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High-impact, low-risk opportunity identification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Focused 90-day pilots with measurable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12064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Rural AI Innovation &amp; Training Lab — Q3/26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1E"/>
                </a:solidFill>
                <a:latin typeface="Calibri"/>
              </a:defRPr>
            </a:pPr>
            <a:r>
              <a:t>First-of-its-kind physical lab at Fort Lewis College Innovation Center.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90-day cohorts training ~15 faculty/staff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Intensive in-person + remote applied pilot + capstone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Each cohort influences 5,000+ students 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23360"/>
            <a:ext cx="512064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Peer Council — Q2/26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1E"/>
                </a:solidFill>
                <a:latin typeface="Calibri"/>
              </a:defRPr>
            </a:pPr>
            <a:r>
              <a:t>Shared network and knowledge library for participating institutions.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Exchange tested use cases, tools, and insights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Cultivate durable institutional knowledge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Strengthen the rural AI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Our Programs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AI in the Mountains Summit — Q4/26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1E"/>
                </a:solidFill>
                <a:latin typeface="Calibri"/>
              </a:defRPr>
            </a:pPr>
            <a:r>
              <a:t>Annual convening hosted in rotating rural mountain towns.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AI researchers, policymakers, corporate partners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Rural stakeholders shaping AI strategy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National and regional policy 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12064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The AI Fluency Platform — Q2/26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1E"/>
                </a:solidFill>
                <a:latin typeface="Calibri"/>
              </a:defRPr>
            </a:pPr>
            <a:r>
              <a:t>Role-specific AI education tailored to rural institutional contexts.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Agentic content orchestration platform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Contextualized learning for real operations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646464"/>
                </a:solidFill>
                <a:latin typeface="Calibri"/>
              </a:defRPr>
            </a:pPr>
            <a:r>
              <a:t>Generates scalable IP beyond pilot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10789920" cy="2103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Powering the Platform: AI Training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1E"/>
                </a:solidFill>
                <a:latin typeface="Calibri"/>
              </a:defRPr>
            </a:pPr>
            <a:r>
              <a:t>An intelligent agent-based system that discovers free, open-source AI training content across the web and generates contextualized curricula for rural communities.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646464"/>
                </a:solidFill>
                <a:latin typeface="Calibri"/>
              </a:defRPr>
            </a:pPr>
            <a:r>
              <a:t>269+ curated resources across 13 AI domains (ML, NLP, Computer Vision, GenAI, and more)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646464"/>
                </a:solidFill>
                <a:latin typeface="Calibri"/>
              </a:defRPr>
            </a:pPr>
            <a:r>
              <a:t>Rural contextualization: urban examples replaced with agriculture, healthcare, and small-town business scenarios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646464"/>
                </a:solidFill>
                <a:latin typeface="Calibri"/>
              </a:defRPr>
            </a:pPr>
            <a:r>
              <a:t>Automated discovery, quality scoring, deduplication, and best-practices curriculum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1E1E"/>
                </a:solidFill>
                <a:latin typeface="Calibri"/>
              </a:defRPr>
            </a:pPr>
            <a:r>
              <a:t>Rural regions possess underutilized competitive advantages: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Lower operating costs and stronger long-term community retention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Rich real-world data environments in agriculture, healthcare, and logistics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Highly relevant to practical 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46464"/>
                </a:solidFill>
                <a:latin typeface="Calibri"/>
              </a:defRPr>
            </a:pPr>
            <a:r>
              <a:t>Persistent training, infrastructure, and digital adoption gaps curtail rural communities’ ability to participate at scale in the emerging AI economy.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5D1A"/>
                </a:solidFill>
                <a:latin typeface="Calibri"/>
              </a:defRPr>
            </a:pPr>
            <a:r>
              <a:t>Why Philanthropic Capital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1E"/>
                </a:solidFill>
                <a:latin typeface="Calibri"/>
              </a:defRPr>
            </a:pPr>
            <a:r>
              <a:t>Federal and corporate investment tends to follow demonstrated results; it rarely initiates them. Early philanthropic capital funds the assessments, pilots, and infrastructure that generate the evidence of impact required to unlock scalable public and private funding 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Our Invitation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57607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A5D1A"/>
                </a:solidFill>
                <a:latin typeface="Calibri"/>
              </a:defRPr>
            </a:pPr>
            <a:r>
              <a:t>$5,000,000 over 24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1E1E"/>
                </a:solidFill>
                <a:latin typeface="Calibri"/>
              </a:defRPr>
            </a:pPr>
            <a:r>
              <a:t>This investment will support: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6464"/>
                </a:solidFill>
                <a:latin typeface="Calibri"/>
              </a:defRPr>
            </a:pPr>
            <a:r>
              <a:t>AI Ignition pilots at 8–10 rural higher education institutions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Launch of the AI Innovation and Training Lab at Fort Lewis College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Development and deployment of the AI Fluency agentic curriculum platform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Launch of the 2026 AI in the Mountains Summit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646464"/>
                </a:solidFill>
                <a:latin typeface="Calibri"/>
              </a:defRPr>
            </a:pPr>
            <a:r>
              <a:t>Core operations and strategic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FFFFFF"/>
                </a:solidFill>
                <a:latin typeface="Calibri"/>
              </a:defRPr>
            </a:pPr>
            <a:r>
              <a:t>If this opportunity resonates, we welcome a conversation about how your partnership can help ensure rural communities lead, not follow, in the AI economy.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Andrew Aitken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8E6C8"/>
                </a:solidFill>
                <a:latin typeface="Calibri"/>
              </a:defRPr>
            </a:pPr>
            <a:r>
              <a:t>Executive Director, The Center for Rural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andrew@ruralai.org  |  ruralai.org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